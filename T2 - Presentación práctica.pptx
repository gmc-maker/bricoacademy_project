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BF9B"/>
    <a:srgbClr val="F6F7F3"/>
    <a:srgbClr val="ADA68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-588" y="-1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86EB331-0682-A448-61B7-01BC3BEF59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EE6868FC-34A2-171C-8731-A0B751C94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0CB0C789-287C-8479-60B5-F5B45BA2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26/01/2026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B9B132DC-5B6A-33ED-0723-BCDEC99EC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F5DAAD0E-6487-6689-3F89-79B868275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1229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DAC1DF07-ACE6-7328-D1F2-F1D1E3795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0BB0AA4E-39B1-4D80-A630-A0FFB9D0D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E4156E67-49DB-D950-2759-9128CFE88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26/01/2026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E44AF6A9-6516-D378-8D6D-9CB7DAC87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09FDA71A-4722-16CF-7BD9-96D29FD61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7669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F051E33F-4662-2CC7-5F88-432D6D6E2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E11CB46C-4FB0-BF1C-D5FC-38FA7FCFF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3836A5DC-B588-A10A-1B82-CB4B7F0AA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26/01/2026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788797F7-EEAE-6BE3-FE13-543DA260F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14066000-F893-AF41-E4C6-ED5070F63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4398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6A1579A-B9A6-9362-67D8-3E406EC70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397547E2-AF81-48CF-CE7F-36BA15F8CA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="" xmlns:a16="http://schemas.microsoft.com/office/drawing/2014/main" id="{2A2B1624-3814-0E23-F9C4-B0C32530E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2C13CEB9-4E76-BDE0-5CAF-AE6A3A637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26/01/2026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42A1CCC3-FCAA-18EB-4933-6705D36EB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0AE70C17-25FA-00EA-0574-FEB8C9A73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5188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88D4712F-5DCE-8252-945F-B8C849820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0716D5C5-063B-A773-5CA2-65D8DA46C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="" xmlns:a16="http://schemas.microsoft.com/office/drawing/2014/main" id="{CD92FCFA-DC71-80E7-6922-0FC110D9A8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="" xmlns:a16="http://schemas.microsoft.com/office/drawing/2014/main" id="{34466541-43EF-FB57-B27D-854668E02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="" xmlns:a16="http://schemas.microsoft.com/office/drawing/2014/main" id="{4C953A75-AB4B-5B88-9DD4-090F289D26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="" xmlns:a16="http://schemas.microsoft.com/office/drawing/2014/main" id="{5BD9D9F2-E162-1084-DC14-2CB6045C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26/01/2026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="" xmlns:a16="http://schemas.microsoft.com/office/drawing/2014/main" id="{3DE7A7A9-B461-BF70-EC49-1819773E2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="" xmlns:a16="http://schemas.microsoft.com/office/drawing/2014/main" id="{FD2957F1-5F77-AD47-DFA5-6AB0204A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6105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2765FF5-2FEA-B2CF-4856-936721045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="" xmlns:a16="http://schemas.microsoft.com/office/drawing/2014/main" id="{189E9929-4214-EA19-85B5-A9705C54C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26/01/2026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="" xmlns:a16="http://schemas.microsoft.com/office/drawing/2014/main" id="{7EC83777-A38A-CB43-A8A4-ECAEBF550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2D3F8416-CB59-678C-4286-D8B0F9D5B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0392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="" xmlns:a16="http://schemas.microsoft.com/office/drawing/2014/main" id="{21A755B6-0E6E-AC94-3B45-0C8C67708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26/01/2026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="" xmlns:a16="http://schemas.microsoft.com/office/drawing/2014/main" id="{1CD46F54-2334-9924-7461-696D0C15B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96E9155B-4A92-78E5-E69E-D5FABB11B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6513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838A9322-78B1-4F8F-EA89-AB83D33CC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FC849EF9-1A97-63C9-579B-644E53537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="" xmlns:a16="http://schemas.microsoft.com/office/drawing/2014/main" id="{8902F572-22E5-F956-880D-BA79B7A0D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158F0F04-32B8-8045-5B99-8E52A29F7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26/01/2026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EE9426FB-B434-78E5-D477-ACCE4A458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6A6DB0D7-5845-B967-66ED-4121BD1B9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5808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D7EC4FD-7AA3-48A2-EE0A-7DA34A7C0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="" xmlns:a16="http://schemas.microsoft.com/office/drawing/2014/main" id="{F48AB9FC-2EF2-8030-3E24-895EF008B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="" xmlns:a16="http://schemas.microsoft.com/office/drawing/2014/main" id="{880AEE63-7517-B7F7-6441-E3DE7EB23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1A2AB3AB-0F00-FA3B-8089-BF335C2AC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26/01/2026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2E682B11-1E55-FB1A-0D37-F514558EF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9FCF3A09-BA3B-024A-40BA-6631C8864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0803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2BB0D37-50CB-4201-A8C1-FA384626A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="" xmlns:a16="http://schemas.microsoft.com/office/drawing/2014/main" id="{C4556CD5-53B2-3651-6E62-19F9F2AD5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B0875F58-1521-B8D6-DDCD-F56EE2AB5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26/01/2026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B838B671-4092-E020-AE92-4BC13D5BB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BC0DBA91-91F5-1FB5-BA14-9BF2C5254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2838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="" xmlns:a16="http://schemas.microsoft.com/office/drawing/2014/main" id="{72F3CCE3-DBCD-CC3F-2259-492C08C335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="" xmlns:a16="http://schemas.microsoft.com/office/drawing/2014/main" id="{86A51EBB-F112-C645-F3CB-7CCFCB3D80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9AAEC7ED-9BFE-F56C-21C2-507CF8C61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26/01/2026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693D1234-CC9B-9B3C-43F6-52AFAEA5D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55E84CE6-A864-58A5-B74F-1DFD81853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5286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BF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="" xmlns:a16="http://schemas.microsoft.com/office/drawing/2014/main" id="{D868989D-0DEF-0A0C-AF47-80CEC5B7B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92582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DE217CCD-6C7F-5A23-1CCC-B10731283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A00751B5-15A4-528D-B330-AEFC9799ED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ABeeZee" pitchFamily="2" charset="0"/>
              </a:defRPr>
            </a:lvl1pPr>
          </a:lstStyle>
          <a:p>
            <a:fld id="{D27EAD16-501C-4E53-89DF-A09081A3B10F}" type="datetimeFigureOut">
              <a:rPr lang="es-ES" smtClean="0"/>
              <a:pPr/>
              <a:t>26/01/2026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CCD7F330-0F71-770B-E10C-292D971083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ABeeZee" pitchFamily="2" charset="0"/>
              </a:defRPr>
            </a:lvl1pPr>
          </a:lstStyle>
          <a:p>
            <a:r>
              <a:rPr lang="es-ES" dirty="0" err="1" smtClean="0"/>
              <a:t>By</a:t>
            </a:r>
            <a:r>
              <a:rPr lang="es-ES" dirty="0" smtClean="0"/>
              <a:t>: Gabriela </a:t>
            </a:r>
            <a:r>
              <a:rPr lang="es-ES" dirty="0" err="1" smtClean="0"/>
              <a:t>Celano</a:t>
            </a:r>
            <a:r>
              <a:rPr lang="es-ES" dirty="0" smtClean="0"/>
              <a:t> 2026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6AC11164-04FC-91C8-5394-5ACA9F872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BeeZee" pitchFamily="2" charset="0"/>
              </a:defRPr>
            </a:lvl1pPr>
          </a:lstStyle>
          <a:p>
            <a:fld id="{1A7625BB-6DAE-4A91-B07E-0F42D6DE1FD6}" type="slidenum">
              <a:rPr lang="es-ES" smtClean="0"/>
              <a:pPr/>
              <a:t>‹Nº›</a:t>
            </a:fld>
            <a:endParaRPr lang="es-ES"/>
          </a:p>
        </p:txBody>
      </p:sp>
      <p:pic>
        <p:nvPicPr>
          <p:cNvPr id="7" name="6 Imagen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8425" y="523875"/>
            <a:ext cx="1123950" cy="112395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02186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BeeZee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BeeZee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BeeZee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eeZee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BeeZee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BeeZee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GMC-maker/bricoacademy_project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F5DD498-372C-5C43-E8C9-111F715F96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 smtClean="0"/>
              <a:t>Brico</a:t>
            </a:r>
            <a:r>
              <a:rPr lang="es-ES" dirty="0" smtClean="0"/>
              <a:t> </a:t>
            </a:r>
            <a:r>
              <a:rPr lang="es-ES" dirty="0" err="1" smtClean="0"/>
              <a:t>Academy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90FBDDD0-7C82-84F8-2F23-63B579106D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smtClean="0"/>
              <a:t>Gabriela María </a:t>
            </a:r>
            <a:r>
              <a:rPr lang="es-ES" dirty="0" err="1" smtClean="0"/>
              <a:t>Celano</a:t>
            </a:r>
            <a:r>
              <a:rPr lang="es-ES" dirty="0" smtClean="0"/>
              <a:t> Díaz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72341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482D05A-604B-2F1B-E1EA-0DAC6328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Descripción de la práctica</a:t>
            </a:r>
          </a:p>
        </p:txBody>
      </p:sp>
    </p:spTree>
    <p:extLst>
      <p:ext uri="{BB962C8B-B14F-4D97-AF65-F5344CB8AC3E}">
        <p14:creationId xmlns:p14="http://schemas.microsoft.com/office/powerpoint/2010/main" val="4028933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D49C67B-1453-8106-B57C-69B902CD2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99D44BE-0AFF-163C-6C5F-14289494C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Esquema relacional</a:t>
            </a: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67642" y1="23377" x2="88943" y2="23701"/>
                        <a14:foregroundMark x1="66016" y1="87013" x2="87154" y2="85390"/>
                        <a14:foregroundMark x1="12195" y1="87338" x2="24878" y2="8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904" t="16582" r="7343" b="6871"/>
          <a:stretch/>
        </p:blipFill>
        <p:spPr>
          <a:xfrm>
            <a:off x="1273071" y="1543050"/>
            <a:ext cx="9738797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197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ED3DB00-BFE8-BAE5-ADA6-110441B65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908FE76-5B5D-A953-2A54-CED2E8A69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Tabla puntuación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="" xmlns:a16="http://schemas.microsoft.com/office/drawing/2014/main" id="{FC75F108-74F0-C422-6D75-281A714DA86A}"/>
              </a:ext>
            </a:extLst>
          </p:cNvPr>
          <p:cNvSpPr txBox="1"/>
          <p:nvPr/>
        </p:nvSpPr>
        <p:spPr>
          <a:xfrm>
            <a:off x="943897" y="1425678"/>
            <a:ext cx="953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Insertar tabla de puntuación rellena</a:t>
            </a:r>
          </a:p>
        </p:txBody>
      </p:sp>
    </p:spTree>
    <p:extLst>
      <p:ext uri="{BB962C8B-B14F-4D97-AF65-F5344CB8AC3E}">
        <p14:creationId xmlns:p14="http://schemas.microsoft.com/office/powerpoint/2010/main" val="3161838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02DB818-229E-F6DF-7B2E-682B526FB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89E03BA2-6732-1CFC-0E37-C33416FA4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GitHub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="" xmlns:a16="http://schemas.microsoft.com/office/drawing/2014/main" id="{A2B789AC-C061-D2C7-7279-F55985B639EF}"/>
              </a:ext>
            </a:extLst>
          </p:cNvPr>
          <p:cNvSpPr txBox="1"/>
          <p:nvPr/>
        </p:nvSpPr>
        <p:spPr>
          <a:xfrm>
            <a:off x="1327355" y="1858297"/>
            <a:ext cx="953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hlinkClick r:id="rId2"/>
              </a:rPr>
              <a:t>https://</a:t>
            </a:r>
            <a:r>
              <a:rPr lang="es-ES" dirty="0" smtClean="0">
                <a:hlinkClick r:id="rId2"/>
              </a:rPr>
              <a:t>github.com/GMC-maker/bricoacademy_project</a:t>
            </a:r>
            <a:endParaRPr lang="es-ES" dirty="0"/>
          </a:p>
        </p:txBody>
      </p:sp>
      <p:pic>
        <p:nvPicPr>
          <p:cNvPr id="1026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6737" y="2833688"/>
            <a:ext cx="6718527" cy="1190625"/>
          </a:xfrm>
          <a:prstGeom prst="round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3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26" y="1248773"/>
            <a:ext cx="1219048" cy="1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357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23</Words>
  <Application>Microsoft Office PowerPoint</Application>
  <PresentationFormat>Personalizado</PresentationFormat>
  <Paragraphs>8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6" baseType="lpstr">
      <vt:lpstr>Tema de Office</vt:lpstr>
      <vt:lpstr>Brico Academy</vt:lpstr>
      <vt:lpstr>Descripción de la práctica</vt:lpstr>
      <vt:lpstr>Esquema relacional</vt:lpstr>
      <vt:lpstr>Tabla puntuación</vt:lpstr>
      <vt:lpstr>GitHub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Brico Academy</dc:title>
  <dc:creator>Carlos Alberto Rodriguez Parrales</dc:creator>
  <cp:lastModifiedBy>Windows 11</cp:lastModifiedBy>
  <cp:revision>5</cp:revision>
  <dcterms:created xsi:type="dcterms:W3CDTF">2025-01-23T00:19:39Z</dcterms:created>
  <dcterms:modified xsi:type="dcterms:W3CDTF">2026-01-26T19:17:21Z</dcterms:modified>
</cp:coreProperties>
</file>